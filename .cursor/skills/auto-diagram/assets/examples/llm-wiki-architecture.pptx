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exrothxu/.codex/skills/auto-diagram/assets/llm-wiki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73" y="0"/>
            <a:ext cx="1168354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auto-diagram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llm-wiki-architecture</dc:title>
  <dc:subject>Diagram export</dc:subject>
  <dc:creator>auto-diagram</dc:creator>
  <cp:lastModifiedBy>auto-diagram</cp:lastModifiedBy>
  <cp:revision>1</cp:revision>
  <dcterms:created xsi:type="dcterms:W3CDTF">2026-04-13T09:41:21Z</dcterms:created>
  <dcterms:modified xsi:type="dcterms:W3CDTF">2026-04-13T09:41:21Z</dcterms:modified>
</cp:coreProperties>
</file>