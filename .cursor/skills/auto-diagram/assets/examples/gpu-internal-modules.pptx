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xrothxu/.codex/skills/auto-diagram/assets/gpu-internal-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2989"/>
            <a:ext cx="12191695" cy="65920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gpu-internal-modules</dc:title>
  <dc:subject>Diagram export</dc:subject>
  <dc:creator>auto-diagram</dc:creator>
  <cp:lastModifiedBy>auto-diagram</cp:lastModifiedBy>
  <cp:revision>1</cp:revision>
  <dcterms:created xsi:type="dcterms:W3CDTF">2026-04-13T09:05:43Z</dcterms:created>
  <dcterms:modified xsi:type="dcterms:W3CDTF">2026-04-13T09:05:43Z</dcterms:modified>
</cp:coreProperties>
</file>